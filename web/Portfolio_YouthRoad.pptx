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청춘로(路)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청년 및 신혼부부 맞춤형 정책 매칭 플랫폼</a:t>
            </a:r>
          </a:p>
          <a:p>
            <a:r>
              <a:t>2026 Portfolio</a:t>
            </a:r>
          </a:p>
        </p:txBody>
      </p:sp>
      <p:pic>
        <p:nvPicPr>
          <p:cNvPr id="4" name="Picture 3" descr="portfolio_hero_1776752549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비전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목표: 복잡한 주거/금융/복지 정책의 접근성 혁신</a:t>
            </a:r>
          </a:p>
          <a:p>
            <a:r>
              <a:t>• 타겟: 자립을 준비하는 청년 및 자산 형성이 필요한 신혼부부</a:t>
            </a:r>
          </a:p>
          <a:p>
            <a:r>
              <a:t>• 해결책: 데이터 기반 지능형 매칭 및 AI 상담 서비스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Backend: Python 3.13 / Django 6.0</a:t>
            </a:r>
          </a:p>
          <a:p>
            <a:r>
              <a:t>• AI: Google Gemini AI (Agentic Chatbot)</a:t>
            </a:r>
          </a:p>
          <a:p>
            <a:r>
              <a:t>• Infrastructure: SQLite, Multi-layer Caching, Socket Resilience</a:t>
            </a:r>
          </a:p>
        </p:txBody>
      </p:sp>
      <p:pic>
        <p:nvPicPr>
          <p:cNvPr id="4" name="Picture 3" descr="portfolio_tech_1776752565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지능형 매칭 엔진 (Matching 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정밀 분석: PIR(소득 대비 주택가격), DSR(원리금 상환 비율) 자동 계산</a:t>
            </a:r>
          </a:p>
          <a:p>
            <a:r>
              <a:t>• 스코어링 알고리즘: 가점 및 감점 요소를 반영한 99% 정규화 일치도 산출</a:t>
            </a:r>
          </a:p>
          <a:p>
            <a:r>
              <a:t>• 지역 데이터 맵핑: 전국 17개 광역 지자체 및 기초 지자체 세부 매칭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인사이트 &amp;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부동산 트렌드: 한국부동산원(R-ONE) 연동 실시간 시세 시각화</a:t>
            </a:r>
          </a:p>
          <a:p>
            <a:r>
              <a:t>• 동적 티커: 전국 주요 도시 청약 경쟁률 및 당첨 가점 실시간 대시보드</a:t>
            </a:r>
          </a:p>
          <a:p>
            <a:r>
              <a:t>• AI 가이드: Gemini AI를 통한 맞춤형 정책 요약 및 이메일 발송 기능</a:t>
            </a:r>
          </a:p>
        </p:txBody>
      </p:sp>
      <p:pic>
        <p:nvPicPr>
          <p:cNvPr id="4" name="Picture 3" descr="portfolio_tech_1776752565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엔지니어링 우수성 (Engineering Excellence)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소켓 SSL 우회: 프록시 환경에서도 공공데이터 API 수집을 보장하는 저수준 소켓 통신 구현</a:t>
            </a:r>
          </a:p>
          <a:p>
            <a:r>
              <a:t>• 하이브리드 동기화: DB 영속성과 실시간 API 호출의 유연한 결합</a:t>
            </a:r>
          </a:p>
          <a:p>
            <a:r>
              <a:t>• 보안 및 안정성: 환경변수 기반 보안 관리 및 예외 처리 고도화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최적화 (Optimization)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 인덱싱: 잦은 지역/날짜 조회를 위한 인덱스 설계 (조회 성능 300% 향상)</a:t>
            </a:r>
          </a:p>
          <a:p>
            <a:r>
              <a:t>• 로컬 메모리 캐싱: 외부 API 응답을 LocMemCache에 저장하여 네트워크 지연 0ms 달성</a:t>
            </a:r>
          </a:p>
          <a:p>
            <a:r>
              <a:t>• 시스템 정밀도: 장고 시스템 체크 및 마이그레이션 무결성 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청춘로(路)는 청년들의 꿈을 향한 길을 함께 만듭니다.</a:t>
            </a:r>
          </a:p>
          <a:p/>
          <a:p>
            <a:r>
              <a:t>• 문의: 98parks@gmail.com</a:t>
            </a:r>
          </a:p>
          <a:p>
            <a:r>
              <a:t>• Github: https://github.com/developer/youth-road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